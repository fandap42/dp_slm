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76" r:id="rId2"/>
    <p:sldMasterId id="2147483662" r:id="rId3"/>
  </p:sldMasterIdLst>
  <p:sldIdLst/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AE0"/>
    <a:srgbClr val="D9FFFA"/>
    <a:srgbClr val="009881"/>
    <a:srgbClr val="B8FFF1"/>
    <a:srgbClr val="B3FFF0"/>
    <a:srgbClr val="89F7E2"/>
    <a:srgbClr val="9AE8F4"/>
    <a:srgbClr val="00659B"/>
    <a:srgbClr val="BDE7FF"/>
    <a:srgbClr val="FDE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customXml" Target="../customXml/item1.xml"/><Relationship Id="rId15" Type="http://schemas.openxmlformats.org/officeDocument/2006/relationships/customXml" Target="../customXml/item2.xml"/><Relationship Id="rId16" Type="http://schemas.openxmlformats.org/officeDocument/2006/relationships/customXml" Target="../customXml/item3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>
        <c:manualLayout>
          <c:layoutTarget val="inner"/>
          <c:xMode val="edge"/>
          <c:yMode val="edge"/>
          <c:x val="2.8978790913553664E-2"/>
          <c:y val="0.1348355485860766"/>
          <c:w val="0.95755319432002628"/>
          <c:h val="0.696231418205384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C7-4401-905E-A72EA74259B0}"/>
              </c:ext>
            </c:extLst>
          </c:dPt>
          <c:dPt>
            <c:idx val="1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314-4921-8343-D89886C95A30}"/>
              </c:ext>
            </c:extLst>
          </c:dPt>
          <c:dPt>
            <c:idx val="2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14-4921-8343-D89886C95A30}"/>
              </c:ext>
            </c:extLst>
          </c:dPt>
          <c:dPt>
            <c:idx val="3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314-4921-8343-D89886C95A30}"/>
              </c:ext>
            </c:extLst>
          </c:dPt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C7-4401-905E-A72EA74259B0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C7-4401-905E-A72EA74259B0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C7-4401-905E-A72EA74259B0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C7-4401-905E-A72EA7425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chart" Target="../charts/chart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D18A0A8-CE57-4D8C-A4BD-70B3F62EE3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634894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A5E6F3DE-2B8C-4E06-BED3-36A9DFD93F5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634894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DDEC2F0C-47FF-4FF4-AFCF-9D4C840131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8999" y="2395053"/>
            <a:ext cx="10477501" cy="178215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05E6394F-CCD2-4ABB-94AC-311D26711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4291503"/>
            <a:ext cx="1045210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724BBC3-D896-4E1C-80DF-C710090CDD7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34894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0BBF9909-8D44-4612-9351-EF626E97ADA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634894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F586B614-9A5E-4C8F-B622-06700D08D1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395053"/>
            <a:ext cx="10515601" cy="178215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Mezititulek/závěr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11EC691D-F05A-40AC-91DC-C3E38D602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4291503"/>
            <a:ext cx="10502900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04638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7668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307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12825"/>
            <a:ext cx="105156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85127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85127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36147703"/>
              </p:ext>
            </p:extLst>
          </p:nvPr>
        </p:nvGraphicFramePr>
        <p:xfrm>
          <a:off x="838200" y="1990725"/>
          <a:ext cx="10372724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18627116"/>
              </p:ext>
            </p:extLst>
          </p:nvPr>
        </p:nvGraphicFramePr>
        <p:xfrm>
          <a:off x="838201" y="2152650"/>
          <a:ext cx="10372722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14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1173410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016"/>
            <a:ext cx="10372725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3689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3689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8AD280-0FEB-422D-9545-DF11A2C6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B9053D2-A965-461D-AF02-87E3E6FA8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2D64A8-F4F7-422C-942F-F0172F55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256C39E-CEDD-43DE-BEDB-8FFB054C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5DB8F4-69A1-4474-B69F-8F78FC12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953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890254B-80D5-4BEE-B4A1-5837DB5E9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EAB0B4A-3C8A-4535-BD22-ACF057EEF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DA35CD-E8E4-4C4C-AF96-D5C4BAB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789759-0184-4DA8-BF39-B34069CD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1126D9-9E62-4220-80F6-A6508032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367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7.png"/><Relationship Id="rId16" Type="http://schemas.openxmlformats.org/officeDocument/2006/relationships/image" Target="../media/image8.svg"/><Relationship Id="rId17" Type="http://schemas.openxmlformats.org/officeDocument/2006/relationships/image" Target="../media/image9.png"/><Relationship Id="rId18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4571F113-B4FF-416D-8FEB-ACE5C7413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12192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9881"/>
        </a:buClr>
        <a:buFont typeface="Arial" panose="020B0604020202020204" pitchFamily="34" charset="0"/>
        <a:buChar char="•"/>
        <a:defRPr sz="2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4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0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66F15DDE-03E7-4772-814A-9C7229147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12192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609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9F7E2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27EF0468-4704-46A4-8DCF-9EBA77F3F14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5228"/>
            <a:ext cx="12192000" cy="6861085"/>
          </a:xfrm>
          <a:prstGeom prst="rect">
            <a:avLst/>
          </a:prstGeom>
        </p:spPr>
      </p:pic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DA558B4F-9EF8-40B5-A6CA-3F7D7DC013C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32861" y="358391"/>
            <a:ext cx="202407" cy="202407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DA22BBD2-93BE-46C9-B29A-264ADB1F7B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39218" y="358391"/>
            <a:ext cx="202407" cy="202407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016"/>
            <a:ext cx="10372725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4050"/>
            <a:ext cx="10372725" cy="4442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16.11.2020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7371" y="6356350"/>
            <a:ext cx="2643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11872452" y="6386024"/>
            <a:ext cx="387350" cy="452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2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9117808" y="299367"/>
            <a:ext cx="1319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10535252" y="299367"/>
            <a:ext cx="1319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100000"/>
        </a:lnSpc>
        <a:spcBef>
          <a:spcPts val="1000"/>
        </a:spcBef>
        <a:buClr>
          <a:srgbClr val="00988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600" indent="-4572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45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717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04F67649-27AC-4684-8140-F46EC13E4426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59ED9C33-684D-4489-A545-87615940B4A9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6D569184-4C56-4834-BF41-2D41E556D2DD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AD61CDED85140BF5B934B48DD3484" ma:contentTypeVersion="15" ma:contentTypeDescription="Create a new document." ma:contentTypeScope="" ma:versionID="cc982a5df0320791fbc3ea24d0deba6b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b8f28b2c1c50d19b407cb644c1af36e4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Props1.xml><?xml version="1.0" encoding="utf-8"?>
<ds:datastoreItem xmlns:ds="http://schemas.openxmlformats.org/officeDocument/2006/customXml" ds:itemID="{589A6C99-E559-4EEA-8BA4-0D96DB641B41}"/>
</file>

<file path=customXml/itemProps2.xml><?xml version="1.0" encoding="utf-8"?>
<ds:datastoreItem xmlns:ds="http://schemas.openxmlformats.org/officeDocument/2006/customXml" ds:itemID="{DF640C63-9DD8-4B62-86DE-11E671AE3110}"/>
</file>

<file path=customXml/itemProps3.xml><?xml version="1.0" encoding="utf-8"?>
<ds:datastoreItem xmlns:ds="http://schemas.openxmlformats.org/officeDocument/2006/customXml" ds:itemID="{B6FFFD51-C84D-4D5C-913C-A81E7E806FD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</TotalTime>
  <Words>157</Words>
  <Application>Microsoft Office PowerPoint</Application>
  <PresentationFormat>Širokoúhlá obrazovka</PresentationFormat>
  <Paragraphs>13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Úvodní snímek</vt:lpstr>
      <vt:lpstr>Mezititulek / Závěr</vt:lpstr>
      <vt:lpstr>Běžné stránky</vt:lpstr>
      <vt:lpstr>Lorem ipsum dolor sit amet, consectetuer adipiscing elit. Etiam commodo dui eget wisi.</vt:lpstr>
      <vt:lpstr>Nový nadpis</vt:lpstr>
      <vt:lpstr>Mezititulek</vt:lpstr>
      <vt:lpstr>Prezentace aplikace PowerPoint</vt:lpstr>
      <vt:lpstr>Prezentace aplikace PowerPoint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Daniel</dc:creator>
  <cp:lastModifiedBy>daniel.hamernik@duckdesign.cz</cp:lastModifiedBy>
  <cp:revision>75</cp:revision>
  <dcterms:created xsi:type="dcterms:W3CDTF">2020-10-22T18:30:25Z</dcterms:created>
  <dcterms:modified xsi:type="dcterms:W3CDTF">2020-11-16T15:02:08Z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