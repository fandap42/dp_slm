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76" r:id="rId2"/>
    <p:sldMasterId id="2147483662" r:id="rId3"/>
  </p:sldMasterIdLst>
  <p:sldIdLst>
    <p:sldId id="256" r:id="rId9"/>
    <p:sldId id="257" r:id="rId8"/>
    <p:sldId id="258" r:id="rId7"/>
    <p:sldId id="259" r:id="rId6"/>
    <p:sldId id="260" r:id="rId5"/>
    <p:sldId id="261" r:id="rId4"/>
    <p:sldId id="262" r:id="rId17"/>
    <p:sldId id="263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EAE0"/>
    <a:srgbClr val="D9FFFA"/>
    <a:srgbClr val="009881"/>
    <a:srgbClr val="B8FFF1"/>
    <a:srgbClr val="B3FFF0"/>
    <a:srgbClr val="89F7E2"/>
    <a:srgbClr val="9AE8F4"/>
    <a:srgbClr val="00659B"/>
    <a:srgbClr val="BDE7FF"/>
    <a:srgbClr val="FDE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customXml" Target="../customXml/item1.xml"/><Relationship Id="rId15" Type="http://schemas.openxmlformats.org/officeDocument/2006/relationships/customXml" Target="../customXml/item2.xml"/><Relationship Id="rId16" Type="http://schemas.openxmlformats.org/officeDocument/2006/relationships/customXml" Target="../customXml/item3.xml"/><Relationship Id="rId17" Type="http://schemas.openxmlformats.org/officeDocument/2006/relationships/slide" Target="slides/slide7.xml"/><Relationship Id="rId18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6.7578487579540367E-2"/>
          <c:y val="3.06571884324651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lotArea>
      <c:layout>
        <c:manualLayout>
          <c:layoutTarget val="inner"/>
          <c:xMode val="edge"/>
          <c:yMode val="edge"/>
          <c:x val="2.8978790913553664E-2"/>
          <c:y val="0.1348355485860766"/>
          <c:w val="0.95755319432002628"/>
          <c:h val="0.696231418205384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List1!$B$1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5BC4F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9E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1C7-4401-905E-A72EA74259B0}"/>
              </c:ext>
            </c:extLst>
          </c:dPt>
          <c:dPt>
            <c:idx val="1"/>
            <c:invertIfNegative val="0"/>
            <c:bubble3D val="0"/>
            <c:spPr>
              <a:solidFill>
                <a:srgbClr val="009E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2314-4921-8343-D89886C95A30}"/>
              </c:ext>
            </c:extLst>
          </c:dPt>
          <c:dPt>
            <c:idx val="2"/>
            <c:invertIfNegative val="0"/>
            <c:bubble3D val="0"/>
            <c:spPr>
              <a:solidFill>
                <a:srgbClr val="009E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314-4921-8343-D89886C95A30}"/>
              </c:ext>
            </c:extLst>
          </c:dPt>
          <c:dPt>
            <c:idx val="3"/>
            <c:invertIfNegative val="0"/>
            <c:bubble3D val="0"/>
            <c:spPr>
              <a:solidFill>
                <a:srgbClr val="009EE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2314-4921-8343-D89886C95A30}"/>
              </c:ext>
            </c:extLst>
          </c:dPt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38-46D1-B2F1-B76DBFE9E6A2}"/>
            </c:ext>
          </c:extLst>
        </c:ser>
        <c:ser>
          <c:idx val="1"/>
          <c:order val="1"/>
          <c:tx>
            <c:strRef>
              <c:f>List1!$C$1</c:f>
              <c:strCache>
                <c:ptCount val="1"/>
                <c:pt idx="0">
                  <c:v>Řada 2</c:v>
                </c:pt>
              </c:strCache>
            </c:strRef>
          </c:tx>
          <c:spPr>
            <a:solidFill>
              <a:srgbClr val="B10062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38-46D1-B2F1-B76DBFE9E6A2}"/>
            </c:ext>
          </c:extLst>
        </c:ser>
        <c:ser>
          <c:idx val="2"/>
          <c:order val="2"/>
          <c:tx>
            <c:strRef>
              <c:f>List1!$D$1</c:f>
              <c:strCache>
                <c:ptCount val="1"/>
                <c:pt idx="0">
                  <c:v>Řada 3</c:v>
                </c:pt>
              </c:strCache>
            </c:strRef>
          </c:tx>
          <c:spPr>
            <a:solidFill>
              <a:srgbClr val="EB6608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38-46D1-B2F1-B76DBFE9E6A2}"/>
            </c:ext>
          </c:extLst>
        </c:ser>
        <c:ser>
          <c:idx val="3"/>
          <c:order val="3"/>
          <c:tx>
            <c:strRef>
              <c:f>List1!$E$1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00659B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List1!$E$2:$E$5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C7-4401-905E-A72EA74259B0}"/>
            </c:ext>
          </c:extLst>
        </c:ser>
        <c:ser>
          <c:idx val="4"/>
          <c:order val="4"/>
          <c:tx>
            <c:strRef>
              <c:f>List1!$F$1</c:f>
              <c:strCache>
                <c:ptCount val="1"/>
                <c:pt idx="0">
                  <c:v>Řada 2</c:v>
                </c:pt>
              </c:strCache>
            </c:strRef>
          </c:tx>
          <c:spPr>
            <a:solidFill>
              <a:srgbClr val="009881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List1!$F$2:$F$5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1C7-4401-905E-A72EA74259B0}"/>
            </c:ext>
          </c:extLst>
        </c:ser>
        <c:ser>
          <c:idx val="5"/>
          <c:order val="5"/>
          <c:tx>
            <c:strRef>
              <c:f>List1!$G$1</c:f>
              <c:strCache>
                <c:ptCount val="1"/>
                <c:pt idx="0">
                  <c:v>Řada 3</c:v>
                </c:pt>
              </c:strCache>
            </c:strRef>
          </c:tx>
          <c:spPr>
            <a:solidFill>
              <a:srgbClr val="5BC4F1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List1!$G$2:$G$5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1C7-4401-905E-A72EA74259B0}"/>
            </c:ext>
          </c:extLst>
        </c:ser>
        <c:ser>
          <c:idx val="6"/>
          <c:order val="6"/>
          <c:tx>
            <c:strRef>
              <c:f>List1!$H$1</c:f>
              <c:strCache>
                <c:ptCount val="1"/>
                <c:pt idx="0">
                  <c:v>Řada 1</c:v>
                </c:pt>
              </c:strCache>
            </c:strRef>
          </c:tx>
          <c:spPr>
            <a:solidFill>
              <a:srgbClr val="E73088"/>
            </a:solidFill>
            <a:ln>
              <a:noFill/>
            </a:ln>
            <a:effectLst/>
          </c:spPr>
          <c:invertIfNegative val="0"/>
          <c:cat>
            <c:strRef>
              <c:f>List1!$A$2:$A$5</c:f>
              <c:strCache>
                <c:ptCount val="4"/>
                <c:pt idx="0">
                  <c:v>Kategorie 1</c:v>
                </c:pt>
                <c:pt idx="1">
                  <c:v>Kategorie 2</c:v>
                </c:pt>
                <c:pt idx="2">
                  <c:v>Kategorie 3</c:v>
                </c:pt>
                <c:pt idx="3">
                  <c:v>Kategorie 4</c:v>
                </c:pt>
              </c:strCache>
            </c:strRef>
          </c:cat>
          <c:val>
            <c:numRef>
              <c:f>List1!$H$2:$H$5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1C7-4401-905E-A72EA74259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36283247"/>
        <c:axId val="336943279"/>
      </c:barChart>
      <c:catAx>
        <c:axId val="336283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6943279"/>
        <c:crosses val="autoZero"/>
        <c:auto val="1"/>
        <c:lblAlgn val="ctr"/>
        <c:lblOffset val="100"/>
        <c:noMultiLvlLbl val="0"/>
      </c:catAx>
      <c:valAx>
        <c:axId val="336943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336283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chart" Target="../charts/chart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3D18A0A8-CE57-4D8C-A4BD-70B3F62EE34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634894" y="870423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00988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A5E6F3DE-2B8C-4E06-BED3-36A9DFD93F5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634894" y="1182051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rgbClr val="4A4A49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Název katedry / oddělení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DDEC2F0C-47FF-4FF4-AFCF-9D4C8401312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88999" y="2395053"/>
            <a:ext cx="10477501" cy="1782150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rgbClr val="4A4A4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/>
              <a:t>Název prezentace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05E6394F-CCD2-4ABB-94AC-311D26711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399" y="4291503"/>
            <a:ext cx="10452101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rgbClr val="4A4A4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</p:spTree>
    <p:extLst>
      <p:ext uri="{BB962C8B-B14F-4D97-AF65-F5344CB8AC3E}">
        <p14:creationId xmlns:p14="http://schemas.microsoft.com/office/powerpoint/2010/main" val="1054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text 2">
            <a:extLst>
              <a:ext uri="{FF2B5EF4-FFF2-40B4-BE49-F238E27FC236}">
                <a16:creationId xmlns:a16="http://schemas.microsoft.com/office/drawing/2014/main" id="{3724BBC3-D896-4E1C-80DF-C710090CDD7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634894" y="870423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500" b="1">
                <a:solidFill>
                  <a:srgbClr val="89F7E2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Jméno a příjmení autora</a:t>
            </a:r>
          </a:p>
        </p:txBody>
      </p:sp>
      <p:sp>
        <p:nvSpPr>
          <p:cNvPr id="11" name="Zástupný text 2">
            <a:extLst>
              <a:ext uri="{FF2B5EF4-FFF2-40B4-BE49-F238E27FC236}">
                <a16:creationId xmlns:a16="http://schemas.microsoft.com/office/drawing/2014/main" id="{0BBF9909-8D44-4612-9351-EF626E97ADA4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634894" y="1182051"/>
            <a:ext cx="3718906" cy="3116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dirty="0"/>
              <a:t>Název katedry / oddělení</a:t>
            </a:r>
          </a:p>
        </p:txBody>
      </p:sp>
      <p:sp>
        <p:nvSpPr>
          <p:cNvPr id="12" name="Nadpis 1">
            <a:extLst>
              <a:ext uri="{FF2B5EF4-FFF2-40B4-BE49-F238E27FC236}">
                <a16:creationId xmlns:a16="http://schemas.microsoft.com/office/drawing/2014/main" id="{F586B614-9A5E-4C8F-B622-06700D08D1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9" y="2395053"/>
            <a:ext cx="10515601" cy="1782150"/>
          </a:xfrm>
          <a:prstGeom prst="rect">
            <a:avLst/>
          </a:prstGeom>
        </p:spPr>
        <p:txBody>
          <a:bodyPr anchor="t"/>
          <a:lstStyle>
            <a:lvl1pPr algn="l"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 dirty="0"/>
              <a:t>Mezititulek/závěr</a:t>
            </a:r>
          </a:p>
        </p:txBody>
      </p:sp>
      <p:sp>
        <p:nvSpPr>
          <p:cNvPr id="13" name="Podnadpis 2">
            <a:extLst>
              <a:ext uri="{FF2B5EF4-FFF2-40B4-BE49-F238E27FC236}">
                <a16:creationId xmlns:a16="http://schemas.microsoft.com/office/drawing/2014/main" id="{11EC691D-F05A-40AC-91DC-C3E38D602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600" y="4291503"/>
            <a:ext cx="10502900" cy="8136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Kliknutím můžete upravit styl předlohy.</a:t>
            </a:r>
          </a:p>
        </p:txBody>
      </p:sp>
    </p:spTree>
    <p:extLst>
      <p:ext uri="{BB962C8B-B14F-4D97-AF65-F5344CB8AC3E}">
        <p14:creationId xmlns:p14="http://schemas.microsoft.com/office/powerpoint/2010/main" val="304638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1FEBE9D-4844-416F-A47B-E71F5CB39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6471AA-641D-48E4-895F-2C70DDA44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D51239B-9FE1-4DB1-BD79-B7D38D33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E3E641A-DC32-4DD9-8307-46D9DFF58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92F49C3-090D-4190-9CE2-36066030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796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EAB441-3D76-4218-81BE-D7E4F3F92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A84F63F-E322-46AC-A5C6-E1540E1BD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939DC5B-E1B0-4FCB-9D9A-C6471A28B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A462326-6725-45D6-8FAC-124BEDCD3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B92F161-156E-4802-8F1B-078DF89F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4167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FA8AAD-C4A1-48ED-8D79-3AB4069F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9D2D865-A902-4D7C-A0B5-B2C4BB195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7668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CC5CC91-7444-4FBB-B6F3-3E6FBD5B3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C05772A-E403-4DD1-B232-954A3547E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A89E5D0-757E-45AA-8FEA-238040FB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623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401FF8-98E7-49CB-8B33-E139EF39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F8276E-A998-4BB7-B53A-49EC37A41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3072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5672645-DFF8-41C8-8BAC-5F24D188F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53072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23C31C8-960E-4A18-BC09-35D75D589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E33D9D5-2EC6-4E2A-AA85-6FCF97D65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CF1E174-D347-4AB1-95DE-ECA0F485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111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E112A9-1FE6-4496-81B4-0842D25D8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12825"/>
            <a:ext cx="10515600" cy="1325563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F9BFB9E-5D3E-46B3-ABDB-B7E57DAC6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6502C15-7789-4EE7-A643-5A633ABA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4"/>
            <a:ext cx="5157787" cy="3851275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6F85072-0475-4304-BE03-A72EA7AC3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F1610A2-3C29-4B70-AF60-C2A3EBCE3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85127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72C164E5-0EFB-46F1-BB95-CBBAC80C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4FD1153-99E6-4ECA-BF33-0E377D334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6282298-48D6-4F29-8798-A54B0577B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021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843D58-00E6-4F74-B46F-884BB0737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11A4E0E-761B-449A-9AA3-FAB72639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D2199A-57B9-4C7C-A04D-6C8B8FF2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5D08B6B-5218-473D-BD06-9695102C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graphicFrame>
        <p:nvGraphicFramePr>
          <p:cNvPr id="8" name="Graf 7">
            <a:extLst>
              <a:ext uri="{FF2B5EF4-FFF2-40B4-BE49-F238E27FC236}">
                <a16:creationId xmlns:a16="http://schemas.microsoft.com/office/drawing/2014/main" id="{A2CFF3E3-BFCF-4550-86A1-C1FA2629A69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136147703"/>
              </p:ext>
            </p:extLst>
          </p:nvPr>
        </p:nvGraphicFramePr>
        <p:xfrm>
          <a:off x="838200" y="1990725"/>
          <a:ext cx="10372724" cy="4147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3951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4B6AD0B-CD39-418F-BD86-753F9D93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F3563E2-1FFA-41D6-A180-AB12573E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07A9ED8-2B82-40D5-A9B1-F2B165BE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  <p:graphicFrame>
        <p:nvGraphicFramePr>
          <p:cNvPr id="5" name="Tabulka 5">
            <a:extLst>
              <a:ext uri="{FF2B5EF4-FFF2-40B4-BE49-F238E27FC236}">
                <a16:creationId xmlns:a16="http://schemas.microsoft.com/office/drawing/2014/main" id="{9841DB2C-4E87-4F77-9936-DB53842AFF3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18627116"/>
              </p:ext>
            </p:extLst>
          </p:nvPr>
        </p:nvGraphicFramePr>
        <p:xfrm>
          <a:off x="838201" y="2152650"/>
          <a:ext cx="10372722" cy="3605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914">
                  <a:extLst>
                    <a:ext uri="{9D8B030D-6E8A-4147-A177-3AD203B41FA5}">
                      <a16:colId xmlns:a16="http://schemas.microsoft.com/office/drawing/2014/main" val="1219353005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4046355216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1360489622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2421545816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445562066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4004064892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1769508777"/>
                    </a:ext>
                  </a:extLst>
                </a:gridCol>
                <a:gridCol w="1149914">
                  <a:extLst>
                    <a:ext uri="{9D8B030D-6E8A-4147-A177-3AD203B41FA5}">
                      <a16:colId xmlns:a16="http://schemas.microsoft.com/office/drawing/2014/main" val="3799914238"/>
                    </a:ext>
                  </a:extLst>
                </a:gridCol>
                <a:gridCol w="1173410">
                  <a:extLst>
                    <a:ext uri="{9D8B030D-6E8A-4147-A177-3AD203B41FA5}">
                      <a16:colId xmlns:a16="http://schemas.microsoft.com/office/drawing/2014/main" val="1835371581"/>
                    </a:ext>
                  </a:extLst>
                </a:gridCol>
              </a:tblGrid>
              <a:tr h="450667"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Sloupec</a:t>
                      </a:r>
                    </a:p>
                  </a:txBody>
                  <a:tcPr anchor="ctr">
                    <a:solidFill>
                      <a:srgbClr val="0098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504544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12970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039754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737182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019941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095225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294286"/>
                  </a:ext>
                </a:extLst>
              </a:tr>
              <a:tr h="4506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řádek</a:t>
                      </a:r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 anchor="ctr">
                    <a:solidFill>
                      <a:srgbClr val="B5EA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52544"/>
                  </a:ext>
                </a:extLst>
              </a:tr>
            </a:tbl>
          </a:graphicData>
        </a:graphic>
      </p:graphicFrame>
      <p:sp>
        <p:nvSpPr>
          <p:cNvPr id="14" name="Nadpis 1">
            <a:extLst>
              <a:ext uri="{FF2B5EF4-FFF2-40B4-BE49-F238E27FC236}">
                <a16:creationId xmlns:a16="http://schemas.microsoft.com/office/drawing/2014/main" id="{3595AC0D-E641-4E07-B2CB-74274830B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0016"/>
            <a:ext cx="10372725" cy="689952"/>
          </a:xfrm>
        </p:spPr>
        <p:txBody>
          <a:bodyPr/>
          <a:lstStyle/>
          <a:p>
            <a:r>
              <a:rPr lang="cs-CZ" dirty="0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3224159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75CB4D-7416-4123-83CE-C769D1CE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D0998F7-E90D-471F-891C-0FD12349B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3689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0F5FE98-251D-4D3C-B8B7-DADD6DEB8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390EA42-058E-4D22-B615-D930D64C6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78A484A-2BA3-41B7-86CF-5D3F9304C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01B4CD1-4B53-455D-AE40-D95A24E4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01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697884-28AE-4700-9C13-68750D37E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173077C-429C-4C0E-8F05-9FFAC62D1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53689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7844AFA-992F-4BE4-ABDB-10F592A44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298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0442129-45B5-4C81-B28A-AA85D4F4D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6712F59-4F02-4916-92FC-440DB3FE4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893627A-E54A-4DF9-9A32-88F06F6E2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0211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8AD280-0FEB-422D-9545-DF11A2C6C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B9053D2-A965-461D-AF02-87E3E6FA8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2D64A8-F4F7-422C-942F-F0172F554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256C39E-CEDD-43DE-BEDB-8FFB054C8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75DB8F4-69A1-4474-B69F-8F78FC12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29536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7890254B-80D5-4BEE-B4A1-5837DB5E91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EAB0B4A-3C8A-4535-BD22-ACF057EEF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8DA35CD-E8E4-4C4C-AF96-D5C4BAB8B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29ADC-2255-4EF3-B5C0-B90829E78CD9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1789759-0184-4DA8-BF39-B34069CD6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E1126D9-9E62-4220-80F6-A65080324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CA258-668E-4A85-A197-2757C3BEE15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367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theme" Target="../theme/theme3.xml"/><Relationship Id="rId13" Type="http://schemas.openxmlformats.org/officeDocument/2006/relationships/image" Target="../media/image5.png"/><Relationship Id="rId14" Type="http://schemas.openxmlformats.org/officeDocument/2006/relationships/image" Target="../media/image6.svg"/><Relationship Id="rId15" Type="http://schemas.openxmlformats.org/officeDocument/2006/relationships/image" Target="../media/image7.png"/><Relationship Id="rId16" Type="http://schemas.openxmlformats.org/officeDocument/2006/relationships/image" Target="../media/image8.svg"/><Relationship Id="rId17" Type="http://schemas.openxmlformats.org/officeDocument/2006/relationships/image" Target="../media/image9.png"/><Relationship Id="rId18" Type="http://schemas.openxmlformats.org/officeDocument/2006/relationships/image" Target="../media/image10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4571F113-B4FF-416D-8FEB-ACE5C74137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3085"/>
            <a:ext cx="12192000" cy="6861085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44A193-2443-4336-B8E6-567C50C4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62FE8A-B6A8-4920-9B7E-768DE3D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2BF67-B920-4B8E-84CF-AAC489B8A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9CD2-0146-4F3B-A4AA-75EB0CF2F752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5ED088-792C-4229-99A4-13C382DAC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F2DEB4-37E5-4BE0-984C-F6914BD2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FAB3-BFA5-4172-A475-10F9ABCB38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450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A4A4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9881"/>
        </a:buClr>
        <a:buFont typeface="Arial" panose="020B0604020202020204" pitchFamily="34" charset="0"/>
        <a:buChar char="•"/>
        <a:defRPr sz="28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24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20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rgbClr val="4A4A49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cký objekt 6">
            <a:extLst>
              <a:ext uri="{FF2B5EF4-FFF2-40B4-BE49-F238E27FC236}">
                <a16:creationId xmlns:a16="http://schemas.microsoft.com/office/drawing/2014/main" id="{66F15DDE-03E7-4772-814A-9C7229147A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3085"/>
            <a:ext cx="12192000" cy="6861085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144A193-2443-4336-B8E6-567C50C42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B62FE8A-B6A8-4920-9B7E-768DE3D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712BF67-B920-4B8E-84CF-AAC489B8A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29CD2-0146-4F3B-A4AA-75EB0CF2F752}" type="datetimeFigureOut">
              <a:rPr lang="cs-CZ" smtClean="0"/>
              <a:t>16.11.2020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85ED088-792C-4229-99A4-13C382DAC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F2DEB4-37E5-4BE0-984C-F6914BD2C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9FAB3-BFA5-4172-A475-10F9ABCB38B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7609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89F7E2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9F7E2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9F7E2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9F7E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9F7E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cký objekt 7">
            <a:extLst>
              <a:ext uri="{FF2B5EF4-FFF2-40B4-BE49-F238E27FC236}">
                <a16:creationId xmlns:a16="http://schemas.microsoft.com/office/drawing/2014/main" id="{27EF0468-4704-46A4-8DCF-9EBA77F3F14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5228"/>
            <a:ext cx="12192000" cy="6861085"/>
          </a:xfrm>
          <a:prstGeom prst="rect">
            <a:avLst/>
          </a:prstGeom>
        </p:spPr>
      </p:pic>
      <p:pic>
        <p:nvPicPr>
          <p:cNvPr id="12" name="Grafický objekt 11">
            <a:extLst>
              <a:ext uri="{FF2B5EF4-FFF2-40B4-BE49-F238E27FC236}">
                <a16:creationId xmlns:a16="http://schemas.microsoft.com/office/drawing/2014/main" id="{DA558B4F-9EF8-40B5-A6CA-3F7D7DC013C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32861" y="358391"/>
            <a:ext cx="202407" cy="202407"/>
          </a:xfrm>
          <a:prstGeom prst="rect">
            <a:avLst/>
          </a:prstGeom>
        </p:spPr>
      </p:pic>
      <p:pic>
        <p:nvPicPr>
          <p:cNvPr id="13" name="Grafický objekt 12">
            <a:extLst>
              <a:ext uri="{FF2B5EF4-FFF2-40B4-BE49-F238E27FC236}">
                <a16:creationId xmlns:a16="http://schemas.microsoft.com/office/drawing/2014/main" id="{DA22BBD2-93BE-46C9-B29A-264ADB1F7BC2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339218" y="358391"/>
            <a:ext cx="202407" cy="202407"/>
          </a:xfrm>
          <a:prstGeom prst="rect">
            <a:avLst/>
          </a:prstGeom>
        </p:spPr>
      </p:pic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07A972C7-80EA-4001-A2C8-48457C784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0016"/>
            <a:ext cx="10372725" cy="6899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4A64F96-20EB-4338-812A-2CF45FA87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24050"/>
            <a:ext cx="10372725" cy="4442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849455D-C2AF-42AF-A377-1FD957033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29ADC-2255-4EF3-B5C0-B90829E78CD9}" type="datetimeFigureOut">
              <a:rPr lang="cs-CZ" smtClean="0"/>
              <a:pPr/>
              <a:t>16.11.2020</a:t>
            </a:fld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E38892D-BE40-4B7B-98A7-1B108AC51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1406528-E83B-4FF2-81FD-6E1ED0DE8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67371" y="6356350"/>
            <a:ext cx="26435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95CA258-668E-4A85-A197-2757C3BEE154}" type="slidenum">
              <a:rPr lang="cs-CZ" smtClean="0"/>
              <a:pPr/>
              <a:t>‹#›</a:t>
            </a:fld>
            <a:endParaRPr lang="cs-CZ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ástupný nadpis 1">
            <a:extLst>
              <a:ext uri="{FF2B5EF4-FFF2-40B4-BE49-F238E27FC236}">
                <a16:creationId xmlns:a16="http://schemas.microsoft.com/office/drawing/2014/main" id="{6CADA8D1-4B1D-49C0-B645-EB5D43487BC1}"/>
              </a:ext>
            </a:extLst>
          </p:cNvPr>
          <p:cNvSpPr txBox="1">
            <a:spLocks/>
          </p:cNvSpPr>
          <p:nvPr userDrawn="1"/>
        </p:nvSpPr>
        <p:spPr>
          <a:xfrm>
            <a:off x="11872452" y="6386024"/>
            <a:ext cx="387350" cy="452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5BC4F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fld id="{166024C8-F27F-4469-B950-3CAEC9128C7E}" type="slidenum">
              <a:rPr lang="cs-CZ" sz="1200" smtClean="0">
                <a:solidFill>
                  <a:schemeClr val="bg1"/>
                </a:solidFill>
              </a:rPr>
              <a:pPr algn="ctr"/>
              <a:t>‹#›</a:t>
            </a:fld>
            <a:endParaRPr lang="cs-CZ" sz="3200" dirty="0">
              <a:solidFill>
                <a:schemeClr val="bg1"/>
              </a:solidFill>
            </a:endParaRP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FCDCD643-C700-45E8-8816-DD3D4AEF500E}"/>
              </a:ext>
            </a:extLst>
          </p:cNvPr>
          <p:cNvSpPr txBox="1"/>
          <p:nvPr userDrawn="1"/>
        </p:nvSpPr>
        <p:spPr>
          <a:xfrm>
            <a:off x="9117808" y="299367"/>
            <a:ext cx="13192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dirty="0">
                <a:solidFill>
                  <a:srgbClr val="0098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fis.vse.cz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68403B65-A3E4-4EA5-A348-D73A327280A2}"/>
              </a:ext>
            </a:extLst>
          </p:cNvPr>
          <p:cNvSpPr txBox="1"/>
          <p:nvPr userDrawn="1"/>
        </p:nvSpPr>
        <p:spPr>
          <a:xfrm>
            <a:off x="10535252" y="299367"/>
            <a:ext cx="13192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dirty="0" err="1">
                <a:solidFill>
                  <a:srgbClr val="00988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fisvse</a:t>
            </a:r>
            <a:endParaRPr lang="cs-CZ" sz="1600" dirty="0">
              <a:solidFill>
                <a:srgbClr val="00988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20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988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514350" indent="-514350" algn="l" defTabSz="914400" rtl="0" eaLnBrk="1" latinLnBrk="0" hangingPunct="1">
        <a:lnSpc>
          <a:spcPct val="100000"/>
        </a:lnSpc>
        <a:spcBef>
          <a:spcPts val="1000"/>
        </a:spcBef>
        <a:buClr>
          <a:srgbClr val="00988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14400" indent="-457200" algn="l" defTabSz="914400" rtl="0" eaLnBrk="1" latinLnBrk="0" hangingPunct="1">
        <a:lnSpc>
          <a:spcPct val="10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371600" indent="-457200" algn="l" defTabSz="914400" rtl="0" eaLnBrk="1" latinLnBrk="0" hangingPunct="1">
        <a:lnSpc>
          <a:spcPct val="10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45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71700" indent="-342900" algn="l" defTabSz="914400" rtl="0" eaLnBrk="1" latinLnBrk="0" hangingPunct="1">
        <a:lnSpc>
          <a:spcPct val="100000"/>
        </a:lnSpc>
        <a:spcBef>
          <a:spcPts val="500"/>
        </a:spcBef>
        <a:buClr>
          <a:srgbClr val="00988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Jméno a příjmení autora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Katedra informačních technologií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[Název prezentace / diplomové práce]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[Podtitul prezentace nebo stručný popis práce]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[Nadpis standardního snímku]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První hlavní myšlenka:** Zde uveďte nejdůležitější sdělení snímku.</a:t>
            </a:r>
          </a:p>
          <a:p>
            <a:pPr lvl="1"/>
            <a:r>
              <a:t>Podrobnější rozvedení prvního bodu nebo konkrétní příklad.</a:t>
            </a:r>
          </a:p>
          <a:p>
            <a:pPr lvl="1"/>
            <a:r>
              <a:t>Další doplňující podbod k tématu.</a:t>
            </a:r>
          </a:p>
          <a:p>
            <a:pPr/>
            <a:r>
              <a:t>Druhý klíčový bod:** Výsledky, metodika nebo zjištění.</a:t>
            </a:r>
          </a:p>
          <a:p>
            <a:pPr/>
            <a:r>
              <a:t>Třetí bod:** Shrnutí nebo přechod k dalšímu tématu.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[Dva sloupce / Porovnání]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[Možnost A / Původní stav]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Popis vlastností prvního přístupu</a:t>
            </a:r>
          </a:p>
          <a:p>
            <a:pPr/>
            <a:r>
              <a:t>Výhody nebo nevýhody</a:t>
            </a:r>
          </a:p>
          <a:p>
            <a:pPr/>
            <a:r>
              <a:t>Pozorované limity v praxi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[Možnost B / Navržené řešení]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/>
            <a:r>
              <a:t>Klíčové přednosti nového řešení**</a:t>
            </a:r>
          </a:p>
          <a:p>
            <a:pPr/>
            <a:r>
              <a:t>Měřitelná zlepšení a efektivita</a:t>
            </a:r>
          </a:p>
          <a:p>
            <a:pPr/>
            <a:r>
              <a:t>Ověření na reálných datech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[Text se souvisejícím grafem]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Pozorování z experimentu:**</a:t>
            </a:r>
          </a:p>
          <a:p>
            <a:pPr lvl="1"/>
            <a:r>
              <a:t>Model dosahuje stabilního růstu metriky.</a:t>
            </a:r>
          </a:p>
          <a:p>
            <a:pPr lvl="1"/>
            <a:r>
              <a:t>Rozptyl mezi běhy byl minimální.</a:t>
            </a:r>
          </a:p>
          <a:p>
            <a:pPr/>
            <a:r>
              <a:t>Závěr pro další postup:**</a:t>
            </a:r>
          </a:p>
          <a:p>
            <a:pPr lvl="1"/>
            <a:r>
              <a:t>Zvolená konfigurace hyperparametrů je optimální.</a:t>
            </a:r>
          </a:p>
        </p:txBody>
      </p:sp>
      <p:pic>
        <p:nvPicPr>
          <p:cNvPr id="4" name="Picture 3" descr="placeholder_gr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507720"/>
            <a:ext cx="5181600" cy="31665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72200" y="6356349"/>
            <a:ext cx="518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4748B"/>
                </a:solidFill>
              </a:rPr>
              <a:t>Obr. 1: Popisek grafu nebo schématu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[Velký graf nebo schéma architektury]</a:t>
            </a:r>
          </a:p>
        </p:txBody>
      </p:sp>
      <p:pic>
        <p:nvPicPr>
          <p:cNvPr id="3" name="Picture 2" descr="placeholder_gr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393" y="1828800"/>
            <a:ext cx="6733309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32393" y="6016752"/>
            <a:ext cx="673330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64748B"/>
                </a:solidFill>
              </a:rPr>
              <a:t>Graf 1: Popis metodiky, architektury nebo výsledků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[Tabulka s výsledky]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92024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Metoda / Model</a:t>
                      </a:r>
                    </a:p>
                  </a:txBody>
                  <a:tcPr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Konfigurace</a:t>
                      </a:r>
                    </a:p>
                  </a:txBody>
                  <a:tcPr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Metrika A (%)</a:t>
                      </a:r>
                    </a:p>
                  </a:txBody>
                  <a:tcPr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Metrika B (s)</a:t>
                      </a:r>
                    </a:p>
                  </a:txBody>
                  <a:tcPr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Poznámka</a:t>
                      </a:r>
                    </a:p>
                  </a:txBody>
                  <a:tcPr>
                    <a:solidFill>
                      <a:srgbClr val="002F6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Základní přístup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Výchozí nastavení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45.2 %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12.4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Optimalizace 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Snížení latence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51.8 %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8.1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Zlepšení o 14 %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Navržená metoda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Finální ladění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**63.5 %**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**5.2 s**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**Nejlepší výsledek**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/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[Název nového oddílu nebo kapitoly]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Jméno a příjmení autora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t>jmeno.prijmeni@vse.cz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Děkuji za pozornost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Úvodní sníme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16_9.potx" id="{7AFA803F-700F-45B4-BA09-7E01DE680FAB}" vid="{04F67649-27AC-4684-8140-F46EC13E4426}"/>
    </a:ext>
  </a:extLst>
</a:theme>
</file>

<file path=ppt/theme/theme2.xml><?xml version="1.0" encoding="utf-8"?>
<a:theme xmlns:a="http://schemas.openxmlformats.org/drawingml/2006/main" name="Mezititulek / Závě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16_9.potx" id="{7AFA803F-700F-45B4-BA09-7E01DE680FAB}" vid="{59ED9C33-684D-4489-A545-87615940B4A9}"/>
    </a:ext>
  </a:extLst>
</a:theme>
</file>

<file path=ppt/theme/theme3.xml><?xml version="1.0" encoding="utf-8"?>
<a:theme xmlns:a="http://schemas.openxmlformats.org/drawingml/2006/main" name="Běžné stránk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S_CZ_16_9.potx" id="{7AFA803F-700F-45B4-BA09-7E01DE680FAB}" vid="{6D569184-4C56-4834-BF41-2D41E556D2DD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EAD61CDED85140BF5B934B48DD3484" ma:contentTypeVersion="15" ma:contentTypeDescription="Create a new document." ma:contentTypeScope="" ma:versionID="cc982a5df0320791fbc3ea24d0deba6b">
  <xsd:schema xmlns:xsd="http://www.w3.org/2001/XMLSchema" xmlns:xs="http://www.w3.org/2001/XMLSchema" xmlns:p="http://schemas.microsoft.com/office/2006/metadata/properties" xmlns:ns2="7fe71cfb-81ed-4b9d-9a1f-cae1a72b62ba" xmlns:ns3="184be059-f9c1-47a1-baeb-6b78fb5c2cd7" targetNamespace="http://schemas.microsoft.com/office/2006/metadata/properties" ma:root="true" ma:fieldsID="b8f28b2c1c50d19b407cb644c1af36e4" ns2:_="" ns3:_="">
    <xsd:import namespace="7fe71cfb-81ed-4b9d-9a1f-cae1a72b62ba"/>
    <xsd:import namespace="184be059-f9c1-47a1-baeb-6b78fb5c2c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e71cfb-81ed-4b9d-9a1f-cae1a72b62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abb5542-b20f-476f-b885-dfe2db7716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4be059-f9c1-47a1-baeb-6b78fb5c2cd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5e9b24e3-0751-412a-b275-2d618e008197}" ma:internalName="TaxCatchAll" ma:showField="CatchAllData" ma:web="184be059-f9c1-47a1-baeb-6b78fb5c2c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fe71cfb-81ed-4b9d-9a1f-cae1a72b62ba">
      <Terms xmlns="http://schemas.microsoft.com/office/infopath/2007/PartnerControls"/>
    </lcf76f155ced4ddcb4097134ff3c332f>
    <TaxCatchAll xmlns="184be059-f9c1-47a1-baeb-6b78fb5c2cd7" xsi:nil="true"/>
  </documentManagement>
</p:properties>
</file>

<file path=customXml/itemProps1.xml><?xml version="1.0" encoding="utf-8"?>
<ds:datastoreItem xmlns:ds="http://schemas.openxmlformats.org/officeDocument/2006/customXml" ds:itemID="{589A6C99-E559-4EEA-8BA4-0D96DB641B41}"/>
</file>

<file path=customXml/itemProps2.xml><?xml version="1.0" encoding="utf-8"?>
<ds:datastoreItem xmlns:ds="http://schemas.openxmlformats.org/officeDocument/2006/customXml" ds:itemID="{DF640C63-9DD8-4B62-86DE-11E671AE3110}"/>
</file>

<file path=customXml/itemProps3.xml><?xml version="1.0" encoding="utf-8"?>
<ds:datastoreItem xmlns:ds="http://schemas.openxmlformats.org/officeDocument/2006/customXml" ds:itemID="{B6FFFD51-C84D-4D5C-913C-A81E7E806FD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1028</TotalTime>
  <Words>157</Words>
  <Application>Microsoft Office PowerPoint</Application>
  <PresentationFormat>Širokoúhlá obrazovka</PresentationFormat>
  <Paragraphs>13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3</vt:i4>
      </vt:variant>
      <vt:variant>
        <vt:lpstr>Nadpisy snímků</vt:lpstr>
      </vt:variant>
      <vt:variant>
        <vt:i4>6</vt:i4>
      </vt:variant>
    </vt:vector>
  </HeadingPairs>
  <TitlesOfParts>
    <vt:vector size="11" baseType="lpstr">
      <vt:lpstr>Arial</vt:lpstr>
      <vt:lpstr>Calibri</vt:lpstr>
      <vt:lpstr>Úvodní snímek</vt:lpstr>
      <vt:lpstr>Mezititulek / Závěr</vt:lpstr>
      <vt:lpstr>Běžné stránky</vt:lpstr>
      <vt:lpstr>Lorem ipsum dolor sit amet, consectetuer adipiscing elit. Etiam commodo dui eget wisi.</vt:lpstr>
      <vt:lpstr>Nový nadpis</vt:lpstr>
      <vt:lpstr>Mezititulek</vt:lpstr>
      <vt:lpstr>Prezentace aplikace PowerPoint</vt:lpstr>
      <vt:lpstr>Prezentace aplikace PowerPoint</vt:lpstr>
      <vt:lpstr>Děkuji za pozornost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Daniel</dc:creator>
  <cp:lastModifiedBy>daniel.hamernik@duckdesign.cz</cp:lastModifiedBy>
  <cp:revision>75</cp:revision>
  <dcterms:created xsi:type="dcterms:W3CDTF">2020-10-22T18:30:25Z</dcterms:created>
  <dcterms:modified xsi:type="dcterms:W3CDTF">2020-11-16T15:02:08Z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0x010100A5EAD61CDED85140BF5B934B48DD3484</vt:lpwstr>
  </property>
</Properties>
</file>